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oper Hewitt Bold" charset="1" panose="00000000000000000000"/>
      <p:regular r:id="rId16"/>
    </p:embeddedFont>
    <p:embeddedFont>
      <p:font typeface="DM Sans Bold" charset="1" panose="00000000000000000000"/>
      <p:regular r:id="rId17"/>
    </p:embeddedFont>
    <p:embeddedFont>
      <p:font typeface="Helios Extended Bold" charset="1" panose="0200080505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https://172.16.1.10:8443" TargetMode="External" Type="http://schemas.openxmlformats.org/officeDocument/2006/relationships/hyperlink"/><Relationship Id="rId13" Target="https://172.16.1.10:8443" TargetMode="External" Type="http://schemas.openxmlformats.org/officeDocument/2006/relationships/hyperlink"/><Relationship Id="rId14" Target="https://172.16.1.10:8443" TargetMode="External" Type="http://schemas.openxmlformats.org/officeDocument/2006/relationships/hyperlink"/><Relationship Id="rId15" Target="https://172.16.1.11:8443" TargetMode="External" Type="http://schemas.openxmlformats.org/officeDocument/2006/relationships/hyperlink"/><Relationship Id="rId16" Target="https://172.16.1.11:8443" TargetMode="External" Type="http://schemas.openxmlformats.org/officeDocument/2006/relationships/hyperlink"/><Relationship Id="rId17" Target="https://172.16.1.11:8443" TargetMode="External" Type="http://schemas.openxmlformats.org/officeDocument/2006/relationships/hyperlink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34502" y="1661881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201" y="4616470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3274" y="2904854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3"/>
                </a:lnTo>
                <a:lnTo>
                  <a:pt x="0" y="394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3840" y="1547917"/>
            <a:ext cx="9475605" cy="506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9"/>
              </a:lnSpc>
            </a:pPr>
            <a:r>
              <a:rPr lang="en-US" sz="9114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Implementing VPN Solutions with FortiGate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23305" y="1903587"/>
            <a:ext cx="5610468" cy="6246472"/>
          </a:xfrm>
          <a:custGeom>
            <a:avLst/>
            <a:gdLst/>
            <a:ahLst/>
            <a:cxnLst/>
            <a:rect r="r" b="b" t="t" l="l"/>
            <a:pathLst>
              <a:path h="6246472" w="5610468">
                <a:moveTo>
                  <a:pt x="0" y="0"/>
                </a:moveTo>
                <a:lnTo>
                  <a:pt x="5610467" y="0"/>
                </a:lnTo>
                <a:lnTo>
                  <a:pt x="5610467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685815"/>
            <a:ext cx="855469" cy="1079147"/>
          </a:xfrm>
          <a:custGeom>
            <a:avLst/>
            <a:gdLst/>
            <a:ahLst/>
            <a:cxnLst/>
            <a:rect r="r" b="b" t="t" l="l"/>
            <a:pathLst>
              <a:path h="1079147" w="855469">
                <a:moveTo>
                  <a:pt x="0" y="0"/>
                </a:moveTo>
                <a:lnTo>
                  <a:pt x="855469" y="0"/>
                </a:lnTo>
                <a:lnTo>
                  <a:pt x="855469" y="1079147"/>
                </a:lnTo>
                <a:lnTo>
                  <a:pt x="0" y="1079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82260" y="4236715"/>
            <a:ext cx="8227931" cy="348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To design and simulate a secure Enterprise VPN architecture using GNS3 and FortiGate, covering: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Basic LAN/WAN setup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IPsec site-to-site VPN (HQ ↔ Branch)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SSL-VPN remote access</a:t>
            </a:r>
          </a:p>
          <a:p>
            <a:pPr algn="just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 for intelligent WAN routing and failover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04048" y="2463212"/>
            <a:ext cx="9043028" cy="130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GOAL OF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39179" y="1331052"/>
            <a:ext cx="3811469" cy="5545789"/>
          </a:xfrm>
          <a:custGeom>
            <a:avLst/>
            <a:gdLst/>
            <a:ahLst/>
            <a:cxnLst/>
            <a:rect r="r" b="b" t="t" l="l"/>
            <a:pathLst>
              <a:path h="5545789" w="3811469">
                <a:moveTo>
                  <a:pt x="0" y="0"/>
                </a:moveTo>
                <a:lnTo>
                  <a:pt x="3811470" y="0"/>
                </a:lnTo>
                <a:lnTo>
                  <a:pt x="3811470" y="5545789"/>
                </a:lnTo>
                <a:lnTo>
                  <a:pt x="0" y="554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731764"/>
            <a:ext cx="3513857" cy="4120728"/>
          </a:xfrm>
          <a:custGeom>
            <a:avLst/>
            <a:gdLst/>
            <a:ahLst/>
            <a:cxnLst/>
            <a:rect r="r" b="b" t="t" l="l"/>
            <a:pathLst>
              <a:path h="4120728" w="3513857">
                <a:moveTo>
                  <a:pt x="0" y="0"/>
                </a:moveTo>
                <a:lnTo>
                  <a:pt x="3513857" y="0"/>
                </a:lnTo>
                <a:lnTo>
                  <a:pt x="3513857" y="4120728"/>
                </a:lnTo>
                <a:lnTo>
                  <a:pt x="0" y="41207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27548">
            <a:off x="11239078" y="5954858"/>
            <a:ext cx="4298915" cy="1954052"/>
          </a:xfrm>
          <a:custGeom>
            <a:avLst/>
            <a:gdLst/>
            <a:ahLst/>
            <a:cxnLst/>
            <a:rect r="r" b="b" t="t" l="l"/>
            <a:pathLst>
              <a:path h="1954052" w="4298915">
                <a:moveTo>
                  <a:pt x="4298916" y="0"/>
                </a:moveTo>
                <a:lnTo>
                  <a:pt x="0" y="0"/>
                </a:lnTo>
                <a:lnTo>
                  <a:pt x="0" y="1954052"/>
                </a:lnTo>
                <a:lnTo>
                  <a:pt x="4298916" y="1954052"/>
                </a:lnTo>
                <a:lnTo>
                  <a:pt x="429891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813196"/>
            <a:ext cx="699780" cy="1048716"/>
          </a:xfrm>
          <a:custGeom>
            <a:avLst/>
            <a:gdLst/>
            <a:ahLst/>
            <a:cxnLst/>
            <a:rect r="r" b="b" t="t" l="l"/>
            <a:pathLst>
              <a:path h="1048716" w="699780">
                <a:moveTo>
                  <a:pt x="0" y="0"/>
                </a:moveTo>
                <a:lnTo>
                  <a:pt x="699780" y="0"/>
                </a:lnTo>
                <a:lnTo>
                  <a:pt x="699780" y="1048716"/>
                </a:lnTo>
                <a:lnTo>
                  <a:pt x="0" y="1048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32846" y="1585080"/>
            <a:ext cx="5627202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LAB TOPOLOGY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0103" y="3281073"/>
            <a:ext cx="8270813" cy="5433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Components: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2 FortiGates (HQ &amp; Branch)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2 “ISP clouds” simulating WAN networks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HQ LAN + Branch LAN PCs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Management network (VMnet1) for GUI access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WAN networks (VMnet2 &amp; VMnet3)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GNS3 VM to emulate FortiGate KVM appliances</a:t>
            </a:r>
          </a:p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Management IPs: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HQ GUI: </a:t>
            </a:r>
            <a:r>
              <a:rPr lang="en-US" b="true" sz="1800" u="sng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  <a:hlinkClick r:id="rId12" tooltip="https://172.16.1.10:8443"/>
              </a:rPr>
              <a:t>Management IPs: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u="sng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  <a:hlinkClick r:id="rId13" tooltip="https://172.16.1.10:8443"/>
              </a:rPr>
              <a:t>HQ GUI: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u="sng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  <a:hlinkClick r:id="rId14" tooltip="https://172.16.1.10:8443"/>
              </a:rPr>
              <a:t>Your PC: 172.16.1.1 (VMnet1)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Branch GUI: </a:t>
            </a:r>
            <a:r>
              <a:rPr lang="en-US" b="true" sz="1800" u="sng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  <a:hlinkClick r:id="rId15" tooltip="https://172.16.1.11:8443"/>
              </a:rPr>
              <a:t>Management IPs: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u="sng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  <a:hlinkClick r:id="rId16" tooltip="https://172.16.1.11:8443"/>
              </a:rPr>
              <a:t>HQ GUI: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 u="sng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  <a:hlinkClick r:id="rId17" tooltip="https://172.16.1.11:8443"/>
              </a:rPr>
              <a:t>Your PC: 172.16.1.1 (VMnet1)</a:t>
            </a:r>
          </a:p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343434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Your PC: 172.16.1.1 (VMnet1)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3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28594"/>
          </a:xfrm>
          <a:custGeom>
            <a:avLst/>
            <a:gdLst/>
            <a:ahLst/>
            <a:cxnLst/>
            <a:rect r="r" b="b" t="t" l="l"/>
            <a:pathLst>
              <a:path h="10328594" w="18288000">
                <a:moveTo>
                  <a:pt x="0" y="0"/>
                </a:moveTo>
                <a:lnTo>
                  <a:pt x="18288000" y="0"/>
                </a:lnTo>
                <a:lnTo>
                  <a:pt x="18288000" y="10328594"/>
                </a:lnTo>
                <a:lnTo>
                  <a:pt x="0" y="10328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29" r="0" b="-322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3425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WE SUCCESSFULLY BUILT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21372"/>
            <a:ext cx="11548632" cy="703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1. LAN Configuration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HQ LAN: 10.0.1.0/24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Branch LAN: 10.0.2.0/24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PCs assigned:</a:t>
            </a:r>
          </a:p>
          <a:p>
            <a:pPr algn="just" marL="867584" indent="-289195" lvl="2">
              <a:lnSpc>
                <a:spcPts val="2812"/>
              </a:lnSpc>
              <a:buFont typeface="Arial"/>
              <a:buChar char="⚬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HQ PC: 10.0.1.10 / gateway 10.0.1.1</a:t>
            </a:r>
          </a:p>
          <a:p>
            <a:pPr algn="just" marL="867584" indent="-289195" lvl="2">
              <a:lnSpc>
                <a:spcPts val="2812"/>
              </a:lnSpc>
              <a:buFont typeface="Arial"/>
              <a:buChar char="⚬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Branch PC: 10.0.2.10 / gateway 10.0.2.1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. WAN Simulation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Using VMware VMnet networks: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WAN1 (ISP-A): 198.51.100.0/24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WAN2 (ISP-B): 203.0.113.0/24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Ping between WAN networks and PC worked perfectly.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3. IPsec VPN (HQ ↔ Branch)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Configured both Phase1 and Phase2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Tunnel successfully established using DES-SHA256 (limited by VM license)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HQ PC ↔ Branch PC communication worked through the tunnel</a:t>
            </a:r>
          </a:p>
          <a:p>
            <a:pPr algn="just">
              <a:lnSpc>
                <a:spcPts val="2812"/>
              </a:lnSpc>
            </a:pP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  <a:r>
              <a:rPr lang="en-US" sz="2009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. Management Network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Separate mgmt interface (port4)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Both FortiGates reachable via GUI</a:t>
            </a:r>
          </a:p>
          <a:p>
            <a:pPr algn="just" marL="433792" indent="-216896" lvl="1">
              <a:lnSpc>
                <a:spcPts val="2812"/>
              </a:lnSpc>
              <a:buFont typeface="Arial"/>
              <a:buChar char="•"/>
            </a:pPr>
            <a:r>
              <a:rPr lang="en-US" b="true" sz="2009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Admin port moved from 443 → 8443 to avoid conflict with SSL-VPN</a:t>
            </a:r>
          </a:p>
          <a:p>
            <a:pPr algn="just">
              <a:lnSpc>
                <a:spcPts val="227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77332" y="2446050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099" y="0"/>
                </a:lnTo>
                <a:lnTo>
                  <a:pt x="4179099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-180974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WHAT WE COULD NOT COMPLETE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0125"/>
            <a:ext cx="11090905" cy="850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(because of FortiGate VM image limitations)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1.SSL-VPN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FortiClient failed with error (-5010): VPN server unreachable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Reason: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The</a:t>
            </a: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FortiGate image used was a limited/demo build, missing:</a:t>
            </a:r>
          </a:p>
          <a:p>
            <a:pPr algn="just" marL="739194" indent="-246398" lvl="2">
              <a:lnSpc>
                <a:spcPts val="2396"/>
              </a:lnSpc>
              <a:buFont typeface="Arial"/>
              <a:buChar char="⚬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sslvp</a:t>
            </a: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nd daemon</a:t>
            </a:r>
          </a:p>
          <a:p>
            <a:pPr algn="just" marL="739194" indent="-246398" lvl="2">
              <a:lnSpc>
                <a:spcPts val="2396"/>
              </a:lnSpc>
              <a:buFont typeface="Arial"/>
              <a:buChar char="⚬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SSL-VPN debug commands</a:t>
            </a:r>
          </a:p>
          <a:p>
            <a:pPr algn="just" marL="739194" indent="-246398" lvl="2">
              <a:lnSpc>
                <a:spcPts val="2396"/>
              </a:lnSpc>
              <a:buFont typeface="Arial"/>
              <a:buChar char="⚬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Listener on port 443</a:t>
            </a:r>
          </a:p>
          <a:p>
            <a:pPr algn="just" marL="739194" indent="-246398" lvl="2">
              <a:lnSpc>
                <a:spcPts val="2396"/>
              </a:lnSpc>
              <a:buFont typeface="Arial"/>
              <a:buChar char="⚬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Full crypto support (AES missing)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Without the full VM license, SSL-VPN does not work.</a:t>
            </a:r>
          </a:p>
          <a:p>
            <a:pPr algn="just">
              <a:lnSpc>
                <a:spcPts val="2396"/>
              </a:lnSpc>
            </a:pP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2. SD-WAN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</a:t>
            </a: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WAN GUI did not show WAN interfaces (port2, port3).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Reason: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 feature is disabled in the limited/demo KVM image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The image only showed mgmt interface as SD-WAN member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Commands like config system virtual-wan-link partially worked but members never appeared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Conclusion: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 requires the full-feature FortiGate VM image, not the minimal one.</a:t>
            </a:r>
          </a:p>
          <a:p>
            <a:pPr algn="just">
              <a:lnSpc>
                <a:spcPts val="2396"/>
              </a:lnSpc>
            </a:pP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3. Full Cryptography (AES)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IPsec proposals were limited to: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DES-MD5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DES-SHA1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DES-SHA256</a:t>
            </a:r>
          </a:p>
          <a:p>
            <a:pPr algn="just">
              <a:lnSpc>
                <a:spcPts val="2396"/>
              </a:lnSpc>
            </a:pPr>
            <a:r>
              <a:rPr lang="en-US" sz="17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This is due to: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Crypto restrictions in the demo/minimal FortiGate image</a:t>
            </a:r>
          </a:p>
          <a:p>
            <a:pPr algn="just" marL="369597" indent="-184799" lvl="1">
              <a:lnSpc>
                <a:spcPts val="2396"/>
              </a:lnSpc>
              <a:buFont typeface="Arial"/>
              <a:buChar char="•"/>
            </a:pPr>
            <a:r>
              <a:rPr lang="en-US" b="true" sz="17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No full license = no strong crypto</a:t>
            </a:r>
          </a:p>
          <a:p>
            <a:pPr algn="just">
              <a:lnSpc>
                <a:spcPts val="20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77332" y="2446050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099" y="0"/>
                </a:lnTo>
                <a:lnTo>
                  <a:pt x="4179099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3425"/>
            <a:ext cx="11885721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WHY THESE FEATURES FAILED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32166"/>
            <a:ext cx="11090905" cy="588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Because the download</a:t>
            </a: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ed</a:t>
            </a: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qcow2 image was: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 demo/minimal FortiGate KVM build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Missing full feature modules:</a:t>
            </a:r>
          </a:p>
          <a:p>
            <a:pPr algn="just" marL="1127804" indent="-375935" lvl="2">
              <a:lnSpc>
                <a:spcPts val="3656"/>
              </a:lnSpc>
              <a:buFont typeface="Arial"/>
              <a:buChar char="⚬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</a:t>
            </a:r>
          </a:p>
          <a:p>
            <a:pPr algn="just" marL="1127804" indent="-375935" lvl="2">
              <a:lnSpc>
                <a:spcPts val="3656"/>
              </a:lnSpc>
              <a:buFont typeface="Arial"/>
              <a:buChar char="⚬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SSL-VPN</a:t>
            </a:r>
          </a:p>
          <a:p>
            <a:pPr algn="just" marL="1127804" indent="-375935" lvl="2">
              <a:lnSpc>
                <a:spcPts val="3656"/>
              </a:lnSpc>
              <a:buFont typeface="Arial"/>
              <a:buChar char="⚬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Advanced cryptography</a:t>
            </a:r>
          </a:p>
          <a:p>
            <a:pPr algn="just" marL="1127804" indent="-375935" lvl="2">
              <a:lnSpc>
                <a:spcPts val="3656"/>
              </a:lnSpc>
              <a:buFont typeface="Arial"/>
              <a:buChar char="⚬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Full CLI diagnostics</a:t>
            </a:r>
          </a:p>
          <a:p>
            <a:pPr algn="just" marL="1127804" indent="-375935" lvl="2">
              <a:lnSpc>
                <a:spcPts val="3656"/>
              </a:lnSpc>
              <a:buFont typeface="Arial"/>
              <a:buChar char="⚬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istener processes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Not an official licensed VM image</a:t>
            </a:r>
          </a:p>
          <a:p>
            <a:pPr algn="just">
              <a:lnSpc>
                <a:spcPts val="3656"/>
              </a:lnSpc>
            </a:pP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To enable all features, you must use the official Fortinet VM image:</a:t>
            </a:r>
          </a:p>
          <a:p>
            <a:pPr algn="just">
              <a:lnSpc>
                <a:spcPts val="3656"/>
              </a:lnSpc>
            </a:pP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FGT_VM64_KVM-v7.x.x-FORTI</a:t>
            </a: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NET.out.kvm.zip</a:t>
            </a:r>
          </a:p>
          <a:p>
            <a:pPr algn="just">
              <a:lnSpc>
                <a:spcPts val="3656"/>
              </a:lnSpc>
            </a:pPr>
          </a:p>
          <a:p>
            <a:pPr algn="just">
              <a:lnSpc>
                <a:spcPts val="32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577332" y="2446050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099" y="0"/>
                </a:lnTo>
                <a:lnTo>
                  <a:pt x="4179099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9692"/>
            <a:ext cx="14634644" cy="207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. WHAT WOULD WORK WITH THE FULL FORTIGATE VM LICENSE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92340"/>
            <a:ext cx="11090905" cy="4966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6"/>
              </a:lnSpc>
            </a:pPr>
          </a:p>
          <a:p>
            <a:pPr algn="just">
              <a:lnSpc>
                <a:spcPts val="3656"/>
              </a:lnSpc>
            </a:pP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Using the official VM image, we would be able to complete: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Fully functional SSL-VPN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Full SD-W</a:t>
            </a: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AN configuration (WAN load balancing &amp; failover)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AES-256 IPsec tunnels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Full diagnostic/debug commands</a:t>
            </a:r>
          </a:p>
          <a:p>
            <a:pPr algn="just" marL="563902" indent="-281951" lvl="1">
              <a:lnSpc>
                <a:spcPts val="3656"/>
              </a:lnSpc>
              <a:buFont typeface="Arial"/>
              <a:buChar char="•"/>
            </a:pPr>
            <a:r>
              <a:rPr lang="en-US" b="true" sz="2611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FortiGate GUI features like:</a:t>
            </a:r>
          </a:p>
          <a:p>
            <a:pPr algn="just">
              <a:lnSpc>
                <a:spcPts val="3656"/>
              </a:lnSpc>
            </a:pP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 monitoring</a:t>
            </a:r>
          </a:p>
          <a:p>
            <a:pPr algn="just">
              <a:lnSpc>
                <a:spcPts val="3656"/>
              </a:lnSpc>
            </a:pP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SSL-VPN portal</a:t>
            </a:r>
          </a:p>
          <a:p>
            <a:pPr algn="just">
              <a:lnSpc>
                <a:spcPts val="3656"/>
              </a:lnSpc>
            </a:pPr>
            <a:r>
              <a:rPr lang="en-US" sz="2611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WAN link performance dashboards</a:t>
            </a:r>
          </a:p>
          <a:p>
            <a:pPr algn="just">
              <a:lnSpc>
                <a:spcPts val="32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07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89037" y="3595754"/>
            <a:ext cx="2564525" cy="4007071"/>
          </a:xfrm>
          <a:custGeom>
            <a:avLst/>
            <a:gdLst/>
            <a:ahLst/>
            <a:cxnLst/>
            <a:rect r="r" b="b" t="t" l="l"/>
            <a:pathLst>
              <a:path h="4007071" w="2564525">
                <a:moveTo>
                  <a:pt x="0" y="0"/>
                </a:moveTo>
                <a:lnTo>
                  <a:pt x="2564526" y="0"/>
                </a:lnTo>
                <a:lnTo>
                  <a:pt x="2564526" y="4007070"/>
                </a:lnTo>
                <a:lnTo>
                  <a:pt x="0" y="4007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23789" y="1614553"/>
            <a:ext cx="4132897" cy="6143495"/>
          </a:xfrm>
          <a:custGeom>
            <a:avLst/>
            <a:gdLst/>
            <a:ahLst/>
            <a:cxnLst/>
            <a:rect r="r" b="b" t="t" l="l"/>
            <a:pathLst>
              <a:path h="6143495" w="4132897">
                <a:moveTo>
                  <a:pt x="0" y="0"/>
                </a:moveTo>
                <a:lnTo>
                  <a:pt x="4132897" y="0"/>
                </a:lnTo>
                <a:lnTo>
                  <a:pt x="4132897" y="6143495"/>
                </a:lnTo>
                <a:lnTo>
                  <a:pt x="0" y="614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62078"/>
            <a:ext cx="7072639" cy="12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41123"/>
            <a:ext cx="8320254" cy="504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We successfully built the core VPN topology using GNS3 and FortiGate:</a:t>
            </a:r>
          </a:p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LAN environment</a:t>
            </a:r>
          </a:p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WAN simulation</a:t>
            </a:r>
          </a:p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Full IPsec tunnel HQ ↔ Branch</a:t>
            </a:r>
          </a:p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Management access &amp; GUI functionality</a:t>
            </a:r>
          </a:p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But due to FortiGate VM license restrictions:</a:t>
            </a:r>
          </a:p>
          <a:p>
            <a:pPr algn="just" marL="448805" indent="-224402" lvl="1">
              <a:lnSpc>
                <a:spcPts val="2910"/>
              </a:lnSpc>
              <a:buFont typeface="Arial"/>
              <a:buChar char="•"/>
            </a:pPr>
            <a:r>
              <a:rPr lang="en-US" b="true" sz="2078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SSL-VPN</a:t>
            </a:r>
          </a:p>
          <a:p>
            <a:pPr algn="just" marL="448805" indent="-224402" lvl="1">
              <a:lnSpc>
                <a:spcPts val="2910"/>
              </a:lnSpc>
              <a:buFont typeface="Arial"/>
              <a:buChar char="•"/>
            </a:pPr>
            <a:r>
              <a:rPr lang="en-US" b="true" sz="2078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SD-WAN</a:t>
            </a:r>
          </a:p>
          <a:p>
            <a:pPr algn="just" marL="448805" indent="-224402" lvl="1">
              <a:lnSpc>
                <a:spcPts val="2910"/>
              </a:lnSpc>
              <a:buFont typeface="Arial"/>
              <a:buChar char="•"/>
            </a:pPr>
            <a:r>
              <a:rPr lang="en-US" b="true" sz="2078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Advanced crypto</a:t>
            </a:r>
          </a:p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could not be completed.</a:t>
            </a:r>
          </a:p>
          <a:p>
            <a:pPr algn="just">
              <a:lnSpc>
                <a:spcPts val="2910"/>
              </a:lnSpc>
            </a:pPr>
            <a:r>
              <a:rPr lang="en-US" sz="207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With the official VM image, the entire project would run as designed.</a:t>
            </a:r>
          </a:p>
          <a:p>
            <a:pPr algn="just">
              <a:lnSpc>
                <a:spcPts val="291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253563" y="8991600"/>
            <a:ext cx="100573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54446">
            <a:off x="15101916" y="432582"/>
            <a:ext cx="2303294" cy="3598898"/>
          </a:xfrm>
          <a:custGeom>
            <a:avLst/>
            <a:gdLst/>
            <a:ahLst/>
            <a:cxnLst/>
            <a:rect r="r" b="b" t="t" l="l"/>
            <a:pathLst>
              <a:path h="3598898" w="2303294">
                <a:moveTo>
                  <a:pt x="0" y="0"/>
                </a:moveTo>
                <a:lnTo>
                  <a:pt x="2303294" y="0"/>
                </a:lnTo>
                <a:lnTo>
                  <a:pt x="2303294" y="3598897"/>
                </a:lnTo>
                <a:lnTo>
                  <a:pt x="0" y="35988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885027">
            <a:off x="1724549" y="914951"/>
            <a:ext cx="3786562" cy="2987942"/>
          </a:xfrm>
          <a:custGeom>
            <a:avLst/>
            <a:gdLst/>
            <a:ahLst/>
            <a:cxnLst/>
            <a:rect r="r" b="b" t="t" l="l"/>
            <a:pathLst>
              <a:path h="2987942" w="3786562">
                <a:moveTo>
                  <a:pt x="0" y="0"/>
                </a:moveTo>
                <a:lnTo>
                  <a:pt x="3786562" y="0"/>
                </a:lnTo>
                <a:lnTo>
                  <a:pt x="3786562" y="2987941"/>
                </a:lnTo>
                <a:lnTo>
                  <a:pt x="0" y="2987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85715" y="7190585"/>
            <a:ext cx="5160692" cy="3096415"/>
          </a:xfrm>
          <a:custGeom>
            <a:avLst/>
            <a:gdLst/>
            <a:ahLst/>
            <a:cxnLst/>
            <a:rect r="r" b="b" t="t" l="l"/>
            <a:pathLst>
              <a:path h="3096415" w="5160692">
                <a:moveTo>
                  <a:pt x="0" y="0"/>
                </a:moveTo>
                <a:lnTo>
                  <a:pt x="5160692" y="0"/>
                </a:lnTo>
                <a:lnTo>
                  <a:pt x="5160692" y="3096415"/>
                </a:lnTo>
                <a:lnTo>
                  <a:pt x="0" y="3096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839221">
            <a:off x="12945178" y="6970551"/>
            <a:ext cx="1812123" cy="3144062"/>
          </a:xfrm>
          <a:custGeom>
            <a:avLst/>
            <a:gdLst/>
            <a:ahLst/>
            <a:cxnLst/>
            <a:rect r="r" b="b" t="t" l="l"/>
            <a:pathLst>
              <a:path h="3144062" w="1812123">
                <a:moveTo>
                  <a:pt x="0" y="0"/>
                </a:moveTo>
                <a:lnTo>
                  <a:pt x="1812123" y="0"/>
                </a:lnTo>
                <a:lnTo>
                  <a:pt x="1812123" y="3144062"/>
                </a:lnTo>
                <a:lnTo>
                  <a:pt x="0" y="31440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DAG5U74IMB0</dc:identifier>
  <dcterms:modified xsi:type="dcterms:W3CDTF">2011-08-01T06:04:30Z</dcterms:modified>
  <cp:revision>1</cp:revision>
  <dc:title>Expansion Plan</dc:title>
</cp:coreProperties>
</file>